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notes:</a:t>
            </a:r>
          </a:p>
          <a:p>
            <a:r>
              <a:t>- Full-bleed soft gradient background (e.g. calm blue → teal) with a subtle grid or abstract number pattern.</a:t>
            </a:r>
          </a:p>
          <a:p>
            <a:r>
              <a:t>- Simple illustration: child tapping a tablet with numbers floating around.</a:t>
            </a:r>
          </a:p>
          <a:p>
            <a:r>
              <a:t>- Title large and centered; subtitle in lighter weight beneath.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Right side visual: mock UI panel with a timer, a question (e.g. 7 × 8 = ?), and four large answer buttons.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idea: a simple horizontal pain chain graphic – Non-fluent number facts → Slower problem solving → Frustration → Avoidance of maths.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three columns with simple icons (child, parent with phone, teacher with laptop/whiteboard).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Two-column layout: description on the left, feature checklist on the right. Use rounded ‘pills’ for key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a stylized radar chart or circular heatmap showing stronger and weaker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simple device row illustration plus a minimal teacher dashboard mock showing a pupil list with coloured indicators.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three mini-panels across the slide, each with a simple UI mock representing play, progress, and motivation.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three columns labelled Engagement, Learning, Business with icons and highlighted key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calm, optimistic slide with a central illustration suggesting upward motion (ladder or arrow made of numbers).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Math Dash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Fast, fun number fluency for kids aged 6–11</a:t>
            </a:r>
          </a:p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Math Dash?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Fast-paced math game where kids race the clock to answer simple arithmetic questions.</a:t>
            </a:r>
          </a:p>
          <a:p>
            <a:pPr/>
            <a:r>
              <a:t>Daily micro-practice: 3–5 minute rounds designed to build automatic recall of number facts.</a:t>
            </a:r>
          </a:p>
          <a:p>
            <a:pPr/>
            <a:r>
              <a:t>Adaptive by design: difficulty adjusts per child to keep them in the “sweet spot” between comfort and challenge.</a:t>
            </a:r>
          </a:p>
          <a:p>
            <a:pPr/>
            <a:r>
              <a:t>Built for browsers: runs on tablets, Chromebooks, laptops, and phones—no installs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Fluency Gap in Primary Maths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Children 6–11 must internalize basic number facts to succeed in later mathematics—but many don’t.</a:t>
            </a:r>
          </a:p>
          <a:p>
            <a:pPr/>
            <a:r>
              <a:t>Foundational skills are often not automatic, slowing down all later problem solving.</a:t>
            </a:r>
          </a:p>
          <a:p>
            <a:pPr/>
            <a:r>
              <a:t>Traditional drills are either too dry or too generic—kids disengage quickly.</a:t>
            </a:r>
          </a:p>
          <a:p>
            <a:pPr/>
            <a:r>
              <a:t>Current tools are static and don’t adapt to the child’s real performance.</a:t>
            </a:r>
          </a:p>
          <a:p>
            <a:pPr/>
            <a:r>
              <a:t>Adults lack visibility: parents and teachers struggle to see strengths and gaps at a glance.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Math Dash Serves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Kids (6–11): Years 1–6 / KS1–KS2; want quick, fun wins on tablets, Chromebooks, laptops, or phones.</a:t>
            </a:r>
          </a:p>
          <a:p>
            <a:pPr/>
            <a:r>
              <a:t>Parents &amp; Caregivers (30–55): busy, want 10–15 minutes of high-quality practice and clear evidence of progress.</a:t>
            </a:r>
          </a:p>
          <a:p>
            <a:pPr/>
            <a:r>
              <a:t>Primary Teachers (Years 1–6): need 5–10 minute warm-ups, homework tools, and simple per-pupil insight.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 Dash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Quick-fire gameplay: one question at a time, large tappable answers, 30–120 second rounds.</a:t>
            </a:r>
          </a:p>
          <a:p>
            <a:pPr/>
            <a:r>
              <a:t>Adaptive Dash Engine: adjusts difficulty and question mix in real time based on performance.</a:t>
            </a:r>
          </a:p>
          <a:p>
            <a:pPr/>
            <a:r>
              <a:t>Lightweight web app: PWA-ready for cross-device use at home or school.</a:t>
            </a:r>
          </a:p>
          <a:p>
            <a:pPr/>
            <a:r>
              <a:t>Core arithmetic coverage: addition, subtraction, multiplication, division in multiple game modes.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Math Dash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Adaptive Dash Engine: difficulty and question mix tuned per child in real time.</a:t>
            </a:r>
          </a:p>
          <a:p>
            <a:pPr/>
            <a:r>
              <a:t>Visual Progress Radar: intuitive views of strengths and gaps by topic or skill.</a:t>
            </a:r>
          </a:p>
          <a:p>
            <a:pPr/>
            <a:r>
              <a:t>Engagement Layer: streaks, daily goals, and achievements designed for ages 6–11.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for Real Homes and Classrooms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Web-first, cross-device delivery: runs in any modern browser; PWA-ready for ‘add to home screen’.</a:t>
            </a:r>
          </a:p>
          <a:p>
            <a:pPr/>
            <a:r>
              <a:t>Ideal for mixed-device environments: tablets, Chromebooks, laptops, and phones.</a:t>
            </a:r>
          </a:p>
          <a:p>
            <a:pPr/>
            <a:r>
              <a:t>Teacher-friendly from day one: multiple profiles, simple grouping, and quick at-a-glance analytics.</a:t>
            </a:r>
          </a:p>
          <a:p>
            <a:pPr/>
            <a:r>
              <a:t>Designed for 5–10 minute slots in real lessons—not a heavy, full curriculum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Math Dash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Play a Dash: one-tap gameplay with a visible timer and instant feedback on each answer.</a:t>
            </a:r>
          </a:p>
          <a:p>
            <a:pPr/>
            <a:r>
              <a:t>See Progress: skill radar, per-child history, and clear signals like ‘Ready to move on’ vs ‘Needs more practice’.</a:t>
            </a:r>
          </a:p>
          <a:p>
            <a:pPr/>
            <a:r>
              <a:t>Stay Motivated: daily/weekly goals, streaks, and badges—age-appropriate, with no ads or dark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What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Engagement: ≥ 60% of active child profiles practise on 3+ days/week after 4 weeks.</a:t>
            </a:r>
          </a:p>
          <a:p>
            <a:pPr/>
            <a:r>
              <a:t>Engagement: median weekly questions per active child ≥ 200; ≥ 40% achieve a 3+ day streak monthly.</a:t>
            </a:r>
          </a:p>
          <a:p>
            <a:pPr/>
            <a:r>
              <a:t>Learning: median correct answers per 60s round improves by ≥ 30% after 6 weeks of regular practice.</a:t>
            </a:r>
          </a:p>
          <a:p>
            <a:pPr/>
            <a:r>
              <a:t>Learning: error rate for targeted skills (e.g., 7× table) drops by ≥ 20% over 4–8 weeks.</a:t>
            </a:r>
          </a:p>
          <a:p>
            <a:pPr/>
            <a:r>
              <a:t>Business: free-to-paid conversion ≥ 5% in first 3 months and ≥ 50 active classrooms in year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Build the go-to, lightweight math fluency app that kids love to play, parents trust, and teachers rely on for quick, powerful insight.</a:t>
            </a:r>
          </a:p>
          <a:p>
            <a:pPr/>
            <a:r>
              <a:t>MVP focus: core Dash gameplay, topic library, profiles, visual progress radar, and initial freemium model.</a:t>
            </a:r>
          </a:p>
          <a:p>
            <a:pPr/>
            <a:r>
              <a:t>Phase 2: deeper adaptive learning, richer classroom dashboards, local multiplayer, and cloud sync.</a:t>
            </a:r>
          </a:p>
          <a:p>
            <a:pPr/>
            <a:r>
              <a:t>Strategic fit: a gateway product to broader math content and potential school partnerships.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